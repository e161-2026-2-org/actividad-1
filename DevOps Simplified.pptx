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Outfit" panose="020B0604020202020204" charset="0"/>
      <p:regular r:id="rId21"/>
      <p:bold r:id="rId22"/>
    </p:embeddedFont>
    <p:embeddedFont>
      <p:font typeface="Outfit SemiBold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30604" y="2544067"/>
            <a:ext cx="6330791" cy="962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What is </a:t>
            </a:r>
            <a:r>
              <a:rPr lang="en-US" sz="600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DevOps?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3081337" y="3696592"/>
            <a:ext cx="60293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simple guide to making and sharing software.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62348"/>
            <a:ext cx="5286375" cy="2453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62348"/>
            <a:ext cx="5286375" cy="245328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943225" y="5101381"/>
            <a:ext cx="63055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(In the past, these two groups did not work together well.)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49391" y="2752873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Developers (Dev)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276748"/>
            <a:ext cx="45053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They write the code. They want to make new things very fast and change the software often.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612016" y="2920454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4D39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Operations (Ops)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724650" y="3444329"/>
            <a:ext cx="45053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They run the servers. They want the software to be safe and never break or crash.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Old Way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0325"/>
            <a:ext cx="5286375" cy="2771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8937" y="2990850"/>
            <a:ext cx="571500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814636" y="4610100"/>
            <a:ext cx="101011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Team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6334125" y="2600325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No More Fighting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334125" y="3124200"/>
            <a:ext cx="52863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DevOps, Developers and Operations work together. They are not enemies. They share the same goals.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34125" y="4272557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They talk to each other every day. This makes the work much better for everyone.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New Way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16658"/>
            <a:ext cx="3492549" cy="333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16658"/>
            <a:ext cx="3492549" cy="3339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316658"/>
            <a:ext cx="3492549" cy="333910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2027664" y="3593008"/>
            <a:ext cx="580072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66775" y="4116883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Plan the work and write the code. Make the application.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800963" y="3593008"/>
            <a:ext cx="59007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Ops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45074" y="411688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Put the code on the internet. Keep the servers safe and running.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289226" y="3593008"/>
            <a:ext cx="1170146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DevOps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4116883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 both things together. Build fast and keep everything safe.</a:t>
            </a:r>
            <a:endParaRPr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4325" y="2754808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9300" y="275480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0924" y="2754808"/>
            <a:ext cx="66675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 + Ops =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DevOps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1809750" y="1251049"/>
            <a:ext cx="8572500" cy="1129456"/>
          </a:xfrm>
          <a:prstGeom prst="roundRect">
            <a:avLst>
              <a:gd name="adj" fmla="val 1011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2476500" y="1441549"/>
            <a:ext cx="7620000" cy="7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Work Faster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Teams share ideas quickly and finish work in less time.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1809750" y="1251049"/>
            <a:ext cx="57150" cy="11294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809750" y="2618630"/>
            <a:ext cx="8572500" cy="1129456"/>
          </a:xfrm>
          <a:prstGeom prst="roundRect">
            <a:avLst>
              <a:gd name="adj" fmla="val 1011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2476500" y="2809130"/>
            <a:ext cx="7620000" cy="7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Fewer Mistakes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Computers test the code for us, so there are fewer bugs.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1809750" y="2618630"/>
            <a:ext cx="57150" cy="11294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1809750" y="3986212"/>
            <a:ext cx="8572500" cy="1129456"/>
          </a:xfrm>
          <a:prstGeom prst="roundRect">
            <a:avLst>
              <a:gd name="adj" fmla="val 1011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2476500" y="4176712"/>
            <a:ext cx="7620000" cy="7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Happy Users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get new updates and good changes every day.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1809750" y="3986212"/>
            <a:ext cx="57150" cy="11294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809750" y="5353794"/>
            <a:ext cx="8572500" cy="1129456"/>
          </a:xfrm>
          <a:prstGeom prst="roundRect">
            <a:avLst>
              <a:gd name="adj" fmla="val 10119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2476500" y="5544294"/>
            <a:ext cx="7620000" cy="748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Less Stress</a:t>
            </a: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It is very easy to fix small problems when they happen.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1809750" y="5353794"/>
            <a:ext cx="57150" cy="112945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677590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7400" y="3045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7400" y="441275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57400" y="5780335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136624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Why Use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DevOps?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850999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9687" y="2081212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334125" y="2911078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A Circle That Never Ends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334125" y="3434953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DevOps is a continuous cycle. We plan the work, write the code, build it, test it, and release it.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334125" y="4248150"/>
            <a:ext cx="52863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Then, we watch how the software works with real users. We learn from it, and we start the circle again!</a:t>
            </a:r>
            <a:endParaRPr/>
          </a:p>
        </p:txBody>
      </p:sp>
      <p:pic>
        <p:nvPicPr>
          <p:cNvPr id="165" name="Google Shape;16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47787" y="2119312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DevOps Loop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571500" y="571500"/>
            <a:ext cx="5550693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What is a </a:t>
            </a:r>
            <a:r>
              <a:rPr lang="en-US" sz="3600" b="0" i="0" u="none" strike="noStrike" cap="none">
                <a:solidFill>
                  <a:srgbClr val="34D39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Deployment?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571500" y="1285875"/>
            <a:ext cx="52863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2420540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"deployment" is when you put your software on the real internet.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571500" y="3342382"/>
            <a:ext cx="5286375" cy="1097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Before deployment, only the workers see the application. After deployment, real people can use it on their phones or computers.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571500" y="4629894"/>
            <a:ext cx="5286375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With DevOps, we want deployments to be fast and safe.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7381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2097881"/>
            <a:ext cx="5550693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Putting Code Together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95325" y="262270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809625" y="2621756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Programmers write many lines of code every single day.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95325" y="3483530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09625" y="3482578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"CI" means they put all their new code together very often.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95325" y="4344352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809625" y="4343400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computer checks the code automatically to find errors.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95325" y="5205174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09625" y="5204221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stops big problems before they reach the real users.</a:t>
            </a:r>
            <a:endParaRPr/>
          </a:p>
        </p:txBody>
      </p:sp>
      <p:pic>
        <p:nvPicPr>
          <p:cNvPr id="194" name="Google Shape;19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16906"/>
            <a:ext cx="4743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CI: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Continuous Integration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2321"/>
            <a:ext cx="3492549" cy="416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902321"/>
            <a:ext cx="3492549" cy="416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902321"/>
            <a:ext cx="3492549" cy="4167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102346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49824" y="2102346"/>
            <a:ext cx="30924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102346"/>
            <a:ext cx="30924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94212" y="4197846"/>
            <a:ext cx="32471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1. Build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71525" y="4721721"/>
            <a:ext cx="3092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computer makes the application ready to use automatically.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472512" y="4197846"/>
            <a:ext cx="32471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2. Test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4549824" y="4721721"/>
            <a:ext cx="3092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computer checks everything to make sure there are no bugs.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250811" y="4197846"/>
            <a:ext cx="32471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E2E8F0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3. Deploy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8328124" y="4721721"/>
            <a:ext cx="30924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application goes straight to the internet for people to use.</a:t>
            </a:r>
            <a:endParaRPr/>
          </a:p>
        </p:txBody>
      </p:sp>
      <p:pic>
        <p:nvPicPr>
          <p:cNvPr id="214" name="Google Shape;21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2111871"/>
            <a:ext cx="3073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59349" y="2111871"/>
            <a:ext cx="30734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37649" y="2111871"/>
            <a:ext cx="3073449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CD: </a:t>
            </a:r>
            <a:r>
              <a:rPr lang="en-US" sz="3600" b="0" i="0" u="none" strike="noStrike" cap="none">
                <a:solidFill>
                  <a:srgbClr val="34D399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Continuous Deployment</a:t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85925"/>
            <a:ext cx="11049000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1123950" y="4770239"/>
            <a:ext cx="99441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the past, companies deployed software very slowly. It was hard. With DevOps, computers do the hard work, so companies can deploy many times a day safely!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Deployments: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Old vs DevOps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1595437" y="2274540"/>
            <a:ext cx="9001125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DevOps in the </a:t>
            </a:r>
            <a:r>
              <a:rPr lang="en-US" sz="525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Cloud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809750" y="330324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We do not need to buy physical computers anymore. DevOps uses "The Cloud" (like Amazon AWS or Google Cloud). The cloud makes building and deploying software very fast, easy, and cheap.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295275" y="2154584"/>
            <a:ext cx="1160145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Questions?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571500" y="351665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your time.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571500" y="419472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D399"/>
                </a:solidFill>
                <a:latin typeface="Inter"/>
                <a:ea typeface="Inter"/>
                <a:cs typeface="Inter"/>
                <a:sym typeface="Inter"/>
              </a:rPr>
              <a:t>Remember: DevOps makes software better, faster, and safer.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571500" y="133960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571500" y="23224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31072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571500" y="389200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571500" y="487486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571500" y="2312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571500" y="2312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71500" y="3097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30977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571500" y="3882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8824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8653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486534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56501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56501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881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1666875" y="148247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https://static.vecteezy.com/system/resources/thumbnails/078/549/432/small_2x/glowing-wireframe-infinity-symbol-on-dark-background-blue-futuristic-loop-sign-with-digital-mesh-luminous-geometry-and-abstract-technology-motion-4k-60-fps-video.jpg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1666875" y="19262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718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4653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https://png.pngtree.com/background/20230616/original/pngtree-computer-laptop-3d-render-of-an-exciting-rocket-launch-for-creative-picture-image_3618252.jpg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27110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id="269" name="Google Shape;269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566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1666875" y="32501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https://images.stockcake.com/public/8/8/4/8849e5de-fc7d-4500-a442-ae35c7d295a4_large/glowing-developer-workspace-stockcake.jpg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4958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stockcake.com</a:t>
            </a:r>
            <a:endParaRPr/>
          </a:p>
        </p:txBody>
      </p:sp>
      <p:pic>
        <p:nvPicPr>
          <p:cNvPr id="272" name="Google Shape;272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4054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1666875" y="403487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https://img.magnific.com/premium-photo/gear-icon-with-bright-glowing-futuristic-orange-neon-lights-black-background-3d-render_989822-4156.jpg?semt=ais_hybrid&amp;w=740&amp;q=80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47868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id="275" name="Google Shape;275;p2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502428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5"/>
          <p:cNvSpPr txBox="1"/>
          <p:nvPr/>
        </p:nvSpPr>
        <p:spPr>
          <a:xfrm>
            <a:off x="1666875" y="501774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https://img.magnific.com/free-vector/glowing-checkmark-shield-logo-design-safeguard-your-business_1017-44241.jpg?semt=ais_test_b&amp;w=740&amp;q=80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52634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www.magnific.com</a:t>
            </a:r>
            <a:endParaRPr/>
          </a:p>
        </p:txBody>
      </p:sp>
      <p:pic>
        <p:nvPicPr>
          <p:cNvPr id="278" name="Google Shape;278;p2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90817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5"/>
          <p:cNvSpPr txBox="1"/>
          <p:nvPr/>
        </p:nvSpPr>
        <p:spPr>
          <a:xfrm>
            <a:off x="1666875" y="580251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https://static.vecteezy.com/system/resources/thumbnails/071/160/898/small/gleaming-orange-cloud-casts-a-soft-shadow-upon-a-dark-surface-reflecting-light-free-photo.jpg</a:t>
            </a:r>
            <a:endParaRPr/>
          </a:p>
        </p:txBody>
      </p:sp>
      <p:sp>
        <p:nvSpPr>
          <p:cNvPr id="280" name="Google Shape;280;p25"/>
          <p:cNvSpPr txBox="1"/>
          <p:nvPr/>
        </p:nvSpPr>
        <p:spPr>
          <a:xfrm>
            <a:off x="1666875" y="624631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71500" y="225176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Image Sources</a:t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571500" y="939551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4837" y="37479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700212" y="3741390"/>
            <a:ext cx="98869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https://png.pngtree.com/thumb_back/fw800/background/20251023/pngtree-futuristic-data-center-server-racks-illuminated-in-blue-and-green-image_19964594.webp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1700212" y="3987105"/>
            <a:ext cx="98869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Image Sources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571500" y="1285875"/>
            <a:ext cx="1104900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750</Words>
  <Application>Microsoft Office PowerPoint</Application>
  <PresentationFormat>Panorámica</PresentationFormat>
  <Paragraphs>73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Calibri</vt:lpstr>
      <vt:lpstr>Inter</vt:lpstr>
      <vt:lpstr>Outfit SemiBold</vt:lpstr>
      <vt:lpstr>Outfit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Sergio Higuera</cp:lastModifiedBy>
  <cp:revision>1</cp:revision>
  <dcterms:modified xsi:type="dcterms:W3CDTF">2026-08-28T23:43:39Z</dcterms:modified>
</cp:coreProperties>
</file>